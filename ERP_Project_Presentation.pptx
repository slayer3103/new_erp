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74552" cy="41148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B4D8"/>
                </a:solidFill>
              </a:rPr>
              <a:t>ERP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E0E0E0"/>
                </a:solidFill>
              </a:rPr>
              <a:t>A Full-Stack Business Operations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490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React  •  Node.js  •  MySQL  •  Docker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B4D8"/>
                </a:solidFill>
              </a:rPr>
              <a:t>Built for Indian Businesses | GST-Aware | Multi-Role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B4D8"/>
                </a:solidFill>
              </a:rPr>
              <a:t>Project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2286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3657600" cy="22860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End-to-end ERP for SMBs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476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Sales, Purchase &amp; Inventory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9514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GST-compliant invoicing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4261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Financial year management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097280"/>
            <a:ext cx="3657600" cy="22860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1887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Who Uses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600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SuperAdmin — full 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19476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Admin — limited 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29514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Role-based menu filtering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64261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Multi-user support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097280"/>
            <a:ext cx="3657600" cy="22860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11887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Built For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1600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Indian businesses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19476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GST tax calculations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29514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State-aware CGST/SGST/IGST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64261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FY-based data isolation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749039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</a:rPr>
              <a:t>Core Goal: Replace manual billing &amp; purchase tracking with a unified digital platform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B4D8"/>
                </a:solidFill>
              </a:rP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25603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486400" cy="23774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React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4767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Redux Toolkit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9514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Material-UI (MUI)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4261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React Router v7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99008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Recharts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3375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jsPDF / Axios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097280"/>
            <a:ext cx="5486400" cy="23774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1887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6002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Node.js + Express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94767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MySQL2 (raw queries)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29514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bcryptjs (auth)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64261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body-parser / CORS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99008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multer (file upload)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3375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dotenv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749039"/>
            <a:ext cx="5486400" cy="23774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84047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Database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25195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MySQL 8.0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599431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13 core tables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946903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Financial year partitioning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294375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Counter table for numbering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64184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No ORM — raw SQL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98931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3749039"/>
            <a:ext cx="5486400" cy="23774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384047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DevOps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425195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Docker Compose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4599431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3-service setup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4946903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Nginx (frontend)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5294375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Node alpine (backend)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564184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MySQL with healthcheck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598931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Volume persistence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B4D8"/>
                </a:solidFill>
              </a:rP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27432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3200400" cy="16459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320040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43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Browser / 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React SPA
Redux State
Material-UI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97280"/>
            <a:ext cx="3200400" cy="16459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097280"/>
            <a:ext cx="320040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143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API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60020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Express REST API
13 Route Modules
CORS Enabled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0" y="1097280"/>
            <a:ext cx="3200400" cy="16459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03920" y="1097280"/>
            <a:ext cx="320040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1143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Data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160020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MySQL 8.0
13 Tables
FY Filtering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16459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16459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108960"/>
            <a:ext cx="11247120" cy="25603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200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Request 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611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1.  User logs in → credentials validated → role stored in localStorage + Redux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9959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2.  Protected routes check Redux auth state before rendering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37997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3.  Components dispatch async thunks → Axios calls Express REST endpoints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76402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4.  Controllers query MySQL → filter by active Financial Year → return JSON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1480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5.  Frontend renders data with MUI components + Recharts visualizations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B4D8"/>
                </a:solidFill>
              </a:rPr>
              <a:t>Business Modules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2286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3657600" cy="23774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Invoices (CGST/SGST/IGST)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562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Pro-Forma Invoices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0370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Quotations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55117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Auto invoice numbering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005840"/>
            <a:ext cx="3657600" cy="23774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0972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Purchases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508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Purchase Orders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18562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Vendor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20370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PO numbering per 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55117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Status tracking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005840"/>
            <a:ext cx="3657600" cy="23774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10972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Inventory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1508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Products &amp; Services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18562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Categories &amp; Units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20370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SKU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55117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Pricing &amp; discounts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657600"/>
            <a:ext cx="3657600" cy="23774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74903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Operations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1605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Work Orders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50799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Customer-linked WOs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85546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Status lifecycle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20293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Amount tracking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80" y="3657600"/>
            <a:ext cx="3657600" cy="23774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34840" y="374903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Finance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41605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Payment Entries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34840" y="450799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Financial Year setup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40" y="485546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Tax configuration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520293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GST rate management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3657600"/>
            <a:ext cx="3657600" cy="23774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66760" y="374903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Analytics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41605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Dashboard KPIs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60" y="450799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Invoice status pie chart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66760" y="485546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Invoices over time bar chart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6760" y="520293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Sales analytics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B4D8"/>
                </a:solidFill>
              </a:rPr>
              <a:t>Database Schema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2286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3657600" cy="27432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Core Tables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users (id, username, password, role, status)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562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customers (30+ fields, GST, PAN, addresses)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0370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vendors (billing, shipping, bank details)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55117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products_services (SKU, pricing, tax, category)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005840"/>
            <a:ext cx="3657600" cy="27432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0972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Transactional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508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invoice + invoice_items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18562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quotation + quotation_items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20370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purchase_orders + purchase_order_items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55117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work_orders (customer-linked)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005840"/>
            <a:ext cx="3657600" cy="27432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10972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Financial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1508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financial_years (start, end, is_active)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18562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counters (per-FY numbering)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20370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payment_entries (invoice payments)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55117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taxes (GST rate definitions)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1148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B4D8"/>
                </a:solidFill>
              </a:rPr>
              <a:t>Key Design: Financial year acts as a data partition — all queries filter by active FY date range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6634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0E0E0"/>
                </a:solidFill>
              </a:rPr>
              <a:t>GST Logic: billing_state_code == 27 (Maharashtra) → CGST+SGST  |  Other states → IGST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B4D8"/>
                </a:solidFill>
              </a:rPr>
              <a:t>Frontend Deep Dive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25603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5486400" cy="23774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Routing (40+ routes)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ProtectedRoute guards all pages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5623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Role-based redirect on login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0370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Edit routes: /edit-invoice/:id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55117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Lazy-loaded components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005840"/>
            <a:ext cx="5486400" cy="23774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0972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State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5087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Redux store: auth +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85623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Auth persisted in localStorage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20370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Async thunks for API calls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55117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Component state for forms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657600"/>
            <a:ext cx="5486400" cy="23774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74903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UI Components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1605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Material-UI throughout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50799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Sidebar with role filtering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85546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Recharts: Bar + Pie charts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20293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MUI DatePicker for dates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657600"/>
            <a:ext cx="5486400" cy="23774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374903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Key Features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41605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PDF generation (jsPDF)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450799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Auto invoice numbering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85546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GST calculation on forms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520293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Financial year guard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B4D8"/>
                </a:solidFill>
              </a:rPr>
              <a:t>Authentication &amp; Security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3200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3657600" cy="25603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Auth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Username + password login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562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bcryptjs (10 salt rounds)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0370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Role validated on login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55117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Session via localStorage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005840"/>
            <a:ext cx="3657600" cy="25603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0972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Role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508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superadmin: full 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18562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admin: limited modules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20370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Sidebar filters by role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55117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Backend role validation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005840"/>
            <a:ext cx="3657600" cy="25603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10972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Docker 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1508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Non-root user (nodejs:1001)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18562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Production deps 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20370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Health checks on MySQL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55117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Isolated Docker network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931920"/>
            <a:ext cx="11247120" cy="22860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023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726"/>
                </a:solidFill>
              </a:rPr>
              <a:t>Known Gaps / Improvement Areas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434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No JWT tokens — API endpoints are unprotected (no auth middleware on routes)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81888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Frontend API URL hardcoded to 168.231.102.6:5000 — should use env variable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20293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Google OAuth thunks are stubbed (not implemented)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586983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• No soft-delete pattern — deletions are permanent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B4D8"/>
                </a:solidFill>
              </a:rPr>
              <a:t>Deployment &amp; DevOps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27432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3474720" cy="22860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347472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</a:rPr>
              <a:t>MySQL 8.0
erp_mysql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Port 3307:3306
Volume: mysql_data
Health check enabled
Auto-init via init.sql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05840"/>
            <a:ext cx="3474720" cy="22860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005840"/>
            <a:ext cx="347472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0515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</a:rPr>
              <a:t>Node.js Backend
erp_backend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60020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Port 5000:5000
Depends on MySQL health
Env vars injected
Node 18-alpine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0" y="1005840"/>
            <a:ext cx="3474720" cy="22860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03920" y="1005840"/>
            <a:ext cx="347472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10515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</a:rPr>
              <a:t>React + Nginx
erp_frontend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160020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Port 80:80
Multi-stage build
Nginx serves static
Depends on 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657600"/>
            <a:ext cx="11247120" cy="25603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49039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Quick Start Commands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160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CC71"/>
                </a:solidFill>
              </a:rPr>
              <a:t>docker-compose up --build          # Start all 3 services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CC71"/>
                </a:solidFill>
              </a:rPr>
              <a:t>docker-compose down                # Stop all services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983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CC71"/>
                </a:solidFill>
              </a:rPr>
              <a:t>docker-compose logs backend        # View backend logs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394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CC71"/>
                </a:solidFill>
              </a:rPr>
              <a:t># Frontend: http://localhost:80    Backend API: http://localhost:5000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B4D8"/>
                </a:solidFill>
              </a:rPr>
              <a:t>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13716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3474720" cy="1463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00B4D8"/>
                </a:solidFill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0E0E0"/>
                </a:solidFill>
              </a:rPr>
              <a:t>API Modules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097280"/>
            <a:ext cx="3474720" cy="1463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18872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00B4D8"/>
                </a:solidFill>
              </a:rPr>
              <a:t>40+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1031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0E0E0"/>
                </a:solidFill>
              </a:rPr>
              <a:t>Frontend Routes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097280"/>
            <a:ext cx="3474720" cy="1463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18872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00B4D8"/>
                </a:solidFill>
              </a:rPr>
              <a:t>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1031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0E0E0"/>
                </a:solidFill>
              </a:rPr>
              <a:t>DB Tables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926080"/>
            <a:ext cx="3474720" cy="1463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01752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00B4D8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931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0E0E0"/>
                </a:solidFill>
              </a:rPr>
              <a:t>User Roles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2926080"/>
            <a:ext cx="3474720" cy="1463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301752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00B4D8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931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0E0E0"/>
                </a:solidFill>
              </a:rPr>
              <a:t>Docker Services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2926080"/>
            <a:ext cx="3474720" cy="1463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301752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00B4D8"/>
                </a:solidFill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3931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0E0E0"/>
                </a:solidFill>
              </a:rPr>
              <a:t>Business Modules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029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FFFFF"/>
                </a:solidFill>
              </a:rPr>
              <a:t>A production-ready ERP platform built for Indian SMBs — GST-aware, role-based, and fully containerized.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